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con_svg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72917"/>
            <a:ext cx="117541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4.2  UC1：共有ファイル／JP等検索の出力イメージ（図4-2）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000" y="554168"/>
            <a:ext cx="5877097" cy="6168764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5000" y="554168"/>
            <a:ext cx="5877097" cy="36458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 material:descripti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084" y="605210"/>
            <a:ext cx="247917" cy="2625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3335" y="554168"/>
            <a:ext cx="5395846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出力イメージ（パターン1：文書番号指定）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001" y="1093753"/>
            <a:ext cx="5527096" cy="2479172"/>
          </a:xfrm>
          <a:prstGeom prst="roundRect">
            <a:avLst>
              <a:gd name="adj" fmla="val 1764"/>
            </a:avLst>
          </a:prstGeom>
          <a:solidFill>
            <a:srgbClr val="F7FAFD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1" y="1093753"/>
            <a:ext cx="58333" cy="2479172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168" y="1239586"/>
            <a:ext cx="2187505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作業標準 JP-123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9589" y="1283336"/>
            <a:ext cx="700002" cy="218751"/>
          </a:xfrm>
          <a:prstGeom prst="roundRect">
            <a:avLst>
              <a:gd name="adj" fmla="val 13333"/>
            </a:avLst>
          </a:prstGeom>
          <a:solidFill>
            <a:srgbClr val="2E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最新版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4168" y="1677087"/>
          <a:ext cx="5104178" cy="16333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66669"/>
                <a:gridCol w="3937509"/>
              </a:tblGrid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版数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Rev.3（2024/10/01）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○○工程（機種A/B）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文書種別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作業標準（JP）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原本リンク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100" b="0" i="0">
                          <a:solidFill>
                            <a:srgbClr val="1F5FD0"/>
                          </a:solidFill>
                          <a:latin typeface="Meiryo"/>
                          <a:ea typeface="Meiryo"/>
                          <a:cs typeface="Meiryo"/>
                        </a:rPr>
                        <a:t>JP-123_Rev3.pdf</a:t>
                      </a:r>
                    </a:p>
                  </a:txBody>
                  <a:tcPr marL="102084" marT="14583" marR="102084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50001" y="4025009"/>
            <a:ext cx="43750" cy="26250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668" y="4025009"/>
            <a:ext cx="5410429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LLMによる要約（任意）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001" y="4360427"/>
            <a:ext cx="5527096" cy="2158338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001" y="4506260"/>
            <a:ext cx="5206262" cy="9479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本作業標準は、○○工程における△△作業の手順を規定したものです。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Rev.3では、手順5の検査方法が変更されています。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主な改訂点は以下のとおりです。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01" y="5483346"/>
            <a:ext cx="5206262" cy="729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950"/>
              </a:lnSpc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…（参照：JP-123 Rev.3、P.3）</a:t>
            </a:r>
          </a:p>
          <a:p>
            <a:pPr algn="l" marL="175000" indent="-175000">
              <a:lnSpc>
                <a:spcPts val="1950"/>
              </a:lnSpc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…（参照：JP-123 Rev.3、P.5）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9598" y="554168"/>
            <a:ext cx="5877097" cy="6168764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9598" y="554168"/>
            <a:ext cx="5877097" cy="36458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 material:descripti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1681" y="605210"/>
            <a:ext cx="247917" cy="26250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7932" y="554168"/>
            <a:ext cx="5395846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出力イメージ（パターン2：作業内容から検索）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4598" y="1093753"/>
            <a:ext cx="43750" cy="26250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1265" y="1093753"/>
            <a:ext cx="5410429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候補一覧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314598" y="1429170"/>
          <a:ext cx="5527095" cy="204167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8334"/>
                <a:gridCol w="845835"/>
                <a:gridCol w="1720837"/>
                <a:gridCol w="729168"/>
                <a:gridCol w="729168"/>
                <a:gridCol w="1093753"/>
              </a:tblGrid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文書番号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文書名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関連度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JP-045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設計変更時の作業手順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0.92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Rev.5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機種A/B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JP-078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DCCB対応手順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0.85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Rev.2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全機種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JP-123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変更指示書の作成手順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0.78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機種A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4083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6314598" y="3704175"/>
            <a:ext cx="43750" cy="26250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1265" y="3704175"/>
            <a:ext cx="5410429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LLMによる説明・比較（抜粋）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4598" y="4039593"/>
            <a:ext cx="5527096" cy="2479172"/>
          </a:xfrm>
          <a:prstGeom prst="roundRect">
            <a:avLst>
              <a:gd name="adj" fmla="val 1764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9598" y="4170843"/>
            <a:ext cx="5206262" cy="2479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上記のJPは、いずれも設計変更対応に関連する作業標準です。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9598" y="4520844"/>
            <a:ext cx="5206262" cy="196875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75000" indent="-175000">
              <a:lnSpc>
                <a:spcPts val="1850"/>
              </a:lnSpc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JP-045：設計変更時の基本的な作業手順。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（参照：JP-045 Rev.5, P.2）</a:t>
            </a:r>
          </a:p>
          <a:p>
            <a:pPr algn="l" marL="175000" indent="-175000">
              <a:lnSpc>
                <a:spcPts val="1850"/>
              </a:lnSpc>
              <a:spcBef>
                <a:spcPts val="550"/>
              </a:spcBef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JP-078：DCCBに関する具体的な指示方法。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（参照：JP-078 Rev.2, P.1）</a:t>
            </a:r>
          </a:p>
          <a:p>
            <a:pPr algn="l" marL="175000" indent="-175000">
              <a:lnSpc>
                <a:spcPts val="1850"/>
              </a:lnSpc>
              <a:spcBef>
                <a:spcPts val="550"/>
              </a:spcBef>
              <a:buFont typeface="Arial"/>
              <a:buChar char="•"/>
            </a:pPr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JP-123：変更指示書の作成手順。</a:t>
            </a:r>
            <a:br/>
            <a:r>
              <a:rPr sz="11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（参照：JP-123 Rev.3, P.4）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