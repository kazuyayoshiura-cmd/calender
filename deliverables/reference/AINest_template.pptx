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hqY0wQRoFfAPaKCZ7LTDkvAkAh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bbeba7e3945d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bbeba7e3945d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bbeba7e3945d22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2bbeba7e3945d22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bbeba7e3945d22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2bbeba7e3945d22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2bbeba7e3945d2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2bbeba7e3945d2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dk2"/>
              </a:gs>
              <a:gs pos="35000">
                <a:schemeClr val="accent1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44"/>
          <p:cNvPicPr preferRelativeResize="0"/>
          <p:nvPr/>
        </p:nvPicPr>
        <p:blipFill rotWithShape="1">
          <a:blip r:embed="rId2">
            <a:alphaModFix/>
          </a:blip>
          <a:srcRect b="10842" l="0" r="14566" t="0"/>
          <a:stretch/>
        </p:blipFill>
        <p:spPr>
          <a:xfrm>
            <a:off x="2661763" y="314326"/>
            <a:ext cx="6482239" cy="482917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44"/>
          <p:cNvSpPr txBox="1"/>
          <p:nvPr>
            <p:ph type="ctrTitle"/>
          </p:nvPr>
        </p:nvSpPr>
        <p:spPr>
          <a:xfrm>
            <a:off x="490928" y="1479016"/>
            <a:ext cx="68580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" type="subTitle"/>
          </p:nvPr>
        </p:nvSpPr>
        <p:spPr>
          <a:xfrm>
            <a:off x="549229" y="3759321"/>
            <a:ext cx="68580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000" y="1109700"/>
            <a:ext cx="1051025" cy="2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 txBox="1"/>
          <p:nvPr/>
        </p:nvSpPr>
        <p:spPr>
          <a:xfrm>
            <a:off x="8854290" y="4913007"/>
            <a:ext cx="257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8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0" y="169714"/>
            <a:ext cx="212407" cy="386238"/>
          </a:xfrm>
          <a:custGeom>
            <a:rect b="b" l="l" r="r" t="t"/>
            <a:pathLst>
              <a:path extrusionOk="0" h="514984" w="283210">
                <a:moveTo>
                  <a:pt x="282677" y="514453"/>
                </a:moveTo>
                <a:lnTo>
                  <a:pt x="0" y="514453"/>
                </a:lnTo>
                <a:lnTo>
                  <a:pt x="0" y="0"/>
                </a:lnTo>
                <a:lnTo>
                  <a:pt x="282677" y="0"/>
                </a:lnTo>
                <a:lnTo>
                  <a:pt x="282677" y="514453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338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8"/>
          <p:cNvSpPr txBox="1"/>
          <p:nvPr>
            <p:ph type="title"/>
          </p:nvPr>
        </p:nvSpPr>
        <p:spPr>
          <a:xfrm>
            <a:off x="293204" y="193214"/>
            <a:ext cx="8557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293204" y="661142"/>
            <a:ext cx="8557800" cy="46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" name="Google Shape;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2559" y="69238"/>
            <a:ext cx="1029260" cy="2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のみ">
  <p:cSld name="1_タイトルのみ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3"/>
          <p:cNvSpPr txBox="1"/>
          <p:nvPr/>
        </p:nvSpPr>
        <p:spPr>
          <a:xfrm>
            <a:off x="500527" y="135344"/>
            <a:ext cx="44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j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目次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83"/>
          <p:cNvSpPr txBox="1"/>
          <p:nvPr>
            <p:ph idx="1" type="body"/>
          </p:nvPr>
        </p:nvSpPr>
        <p:spPr>
          <a:xfrm>
            <a:off x="521979" y="1127657"/>
            <a:ext cx="7590300" cy="28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83"/>
          <p:cNvSpPr txBox="1"/>
          <p:nvPr/>
        </p:nvSpPr>
        <p:spPr>
          <a:xfrm>
            <a:off x="8854290" y="4913007"/>
            <a:ext cx="257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83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2559" y="69238"/>
            <a:ext cx="1029260" cy="2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タイトル スライド">
  <p:cSld name="4_タイトル スライド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4"/>
          <p:cNvSpPr txBox="1"/>
          <p:nvPr/>
        </p:nvSpPr>
        <p:spPr>
          <a:xfrm>
            <a:off x="8854290" y="4913007"/>
            <a:ext cx="257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4"/>
          <p:cNvSpPr txBox="1"/>
          <p:nvPr>
            <p:ph type="title"/>
          </p:nvPr>
        </p:nvSpPr>
        <p:spPr>
          <a:xfrm>
            <a:off x="464875" y="2377370"/>
            <a:ext cx="81933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9" name="Google Shape;29;p84"/>
          <p:cNvCxnSpPr/>
          <p:nvPr/>
        </p:nvCxnSpPr>
        <p:spPr>
          <a:xfrm>
            <a:off x="464877" y="2716607"/>
            <a:ext cx="8193300" cy="0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30" name="Google Shape;30;p84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2559" y="69238"/>
            <a:ext cx="1029260" cy="2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5"/>
          <p:cNvSpPr txBox="1"/>
          <p:nvPr>
            <p:ph type="ctrTitle"/>
          </p:nvPr>
        </p:nvSpPr>
        <p:spPr>
          <a:xfrm>
            <a:off x="490928" y="2292378"/>
            <a:ext cx="68580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85"/>
          <p:cNvSpPr txBox="1"/>
          <p:nvPr/>
        </p:nvSpPr>
        <p:spPr>
          <a:xfrm>
            <a:off x="8854290" y="4913007"/>
            <a:ext cx="257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089" y="4903200"/>
            <a:ext cx="691463" cy="1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5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1_タイトルとコンテンツ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6"/>
          <p:cNvSpPr txBox="1"/>
          <p:nvPr/>
        </p:nvSpPr>
        <p:spPr>
          <a:xfrm>
            <a:off x="8854290" y="4913007"/>
            <a:ext cx="257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j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6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6"/>
          <p:cNvSpPr txBox="1"/>
          <p:nvPr>
            <p:ph type="title"/>
          </p:nvPr>
        </p:nvSpPr>
        <p:spPr>
          <a:xfrm>
            <a:off x="293204" y="193214"/>
            <a:ext cx="85578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2" name="Google Shape;42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2559" y="69238"/>
            <a:ext cx="1029260" cy="20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ユーザー設定レイアウト">
  <p:cSld name="ユーザー設定レイアウト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 スライド">
  <p:cSld name="2_タイトル スライド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8"/>
          <p:cNvSpPr txBox="1"/>
          <p:nvPr>
            <p:ph type="ctrTitle"/>
          </p:nvPr>
        </p:nvSpPr>
        <p:spPr>
          <a:xfrm>
            <a:off x="490928" y="1479016"/>
            <a:ext cx="68580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8"/>
          <p:cNvSpPr txBox="1"/>
          <p:nvPr>
            <p:ph idx="1" type="subTitle"/>
          </p:nvPr>
        </p:nvSpPr>
        <p:spPr>
          <a:xfrm>
            <a:off x="549229" y="3759321"/>
            <a:ext cx="68580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7" name="Google Shape;47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1000" y="1109700"/>
            <a:ext cx="1051025" cy="2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8"/>
          <p:cNvSpPr txBox="1"/>
          <p:nvPr/>
        </p:nvSpPr>
        <p:spPr>
          <a:xfrm>
            <a:off x="606808" y="4948604"/>
            <a:ext cx="7930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ja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© AINEST, Inc. All rights reserved.</a:t>
            </a:r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482456" y="2118041"/>
            <a:ext cx="84513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ja" sz="3200">
                <a:solidFill>
                  <a:srgbClr val="FFFFFF"/>
                </a:solidFill>
              </a:rPr>
              <a:t>AI Nest社ご紹介</a:t>
            </a:r>
            <a:endParaRPr sz="2400"/>
          </a:p>
        </p:txBody>
      </p:sp>
      <p:sp>
        <p:nvSpPr>
          <p:cNvPr id="55" name="Google Shape;55;p1"/>
          <p:cNvSpPr/>
          <p:nvPr/>
        </p:nvSpPr>
        <p:spPr>
          <a:xfrm>
            <a:off x="7160962" y="4235250"/>
            <a:ext cx="1498200" cy="59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ja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許諾なく撮影や第三者への開示を禁止します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2bbeba7e3945d225_0_0"/>
          <p:cNvSpPr txBox="1"/>
          <p:nvPr>
            <p:ph type="title"/>
          </p:nvPr>
        </p:nvSpPr>
        <p:spPr>
          <a:xfrm>
            <a:off x="464875" y="2377370"/>
            <a:ext cx="8193300" cy="33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bbeba7e3945d225_0_4"/>
          <p:cNvSpPr txBox="1"/>
          <p:nvPr>
            <p:ph type="title"/>
          </p:nvPr>
        </p:nvSpPr>
        <p:spPr>
          <a:xfrm>
            <a:off x="293204" y="193214"/>
            <a:ext cx="8557800" cy="33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h2bbeba7e3945d225_0_4"/>
          <p:cNvSpPr txBox="1"/>
          <p:nvPr>
            <p:ph idx="1" type="body"/>
          </p:nvPr>
        </p:nvSpPr>
        <p:spPr>
          <a:xfrm>
            <a:off x="293204" y="661142"/>
            <a:ext cx="8557800" cy="461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bbeba7e3945d225_0_9"/>
          <p:cNvSpPr txBox="1"/>
          <p:nvPr>
            <p:ph type="title"/>
          </p:nvPr>
        </p:nvSpPr>
        <p:spPr>
          <a:xfrm>
            <a:off x="293204" y="193214"/>
            <a:ext cx="8557800" cy="33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beba7e3945d225_0_13"/>
          <p:cNvSpPr txBox="1"/>
          <p:nvPr>
            <p:ph type="ctrTitle"/>
          </p:nvPr>
        </p:nvSpPr>
        <p:spPr>
          <a:xfrm>
            <a:off x="490928" y="2292378"/>
            <a:ext cx="6858000" cy="1537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テキスト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AINEST theme">
      <a:dk1>
        <a:srgbClr val="262627"/>
      </a:dk1>
      <a:lt1>
        <a:srgbClr val="FFFFFF"/>
      </a:lt1>
      <a:dk2>
        <a:srgbClr val="12335E"/>
      </a:dk2>
      <a:lt2>
        <a:srgbClr val="BFBEBE"/>
      </a:lt2>
      <a:accent1>
        <a:srgbClr val="326291"/>
      </a:accent1>
      <a:accent2>
        <a:srgbClr val="338FBF"/>
      </a:accent2>
      <a:accent3>
        <a:srgbClr val="C67F00"/>
      </a:accent3>
      <a:accent4>
        <a:srgbClr val="CEAC00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